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DFS·BFS 탐색과 그래프 표현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정점, 간선, 방문 순서를 코드와 함께 추적합니다.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그래프: 정점과 간선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88720" y="1737360"/>
            <a:ext cx="2194560" cy="0"/>
          </a:xfrm>
          <a:prstGeom prst="line">
            <a:avLst/>
          </a:prstGeom>
          <a:noFill/>
          <a:ln w="25400">
            <a:solidFill>
              <a:srgbClr val="5B64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737360"/>
            <a:ext cx="0" cy="1463040"/>
          </a:xfrm>
          <a:prstGeom prst="line">
            <a:avLst/>
          </a:prstGeom>
          <a:noFill/>
          <a:ln w="25400">
            <a:solidFill>
              <a:srgbClr val="5B64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83280" y="1737360"/>
            <a:ext cx="0" cy="1463040"/>
          </a:xfrm>
          <a:prstGeom prst="line">
            <a:avLst/>
          </a:prstGeom>
          <a:noFill/>
          <a:ln w="25400">
            <a:solidFill>
              <a:srgbClr val="5B64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3200400"/>
            <a:ext cx="2194560" cy="0"/>
          </a:xfrm>
          <a:prstGeom prst="line">
            <a:avLst/>
          </a:prstGeom>
          <a:noFill/>
          <a:ln w="25400">
            <a:solidFill>
              <a:srgbClr val="5B647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20240" y="1325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57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46304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08960" y="146304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089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292608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08960" y="292608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정점(vertex): 점 A, B, C, 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간선(edge): 두 정점을 잇는 선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가중치(weight): 간선에 붙는 값 (예: 3). 거리나 비용을 나타냄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그래프는 무방향, 가중치 있음, 연결 그래프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그래프의 종류와 용어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 그래프 vs 무방향 그래프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방향: 간선에 화살표가 있어 A→B와 B→A가 다름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무방향: A–B는 양쪽으로 갈 수 있음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 그래프 vs 무가중 그래프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288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가중: 간선마다 비용이 있음 (예: 도로 길이)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무가중: 모든 간선을 같은 비용(1)으로 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그래프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661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정점 쌍 사이에 경로가 있는 그래프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끊어진 부분이 있으면 DFS 한 번으로 다 못 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30175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DF0EA"/>
          </a:solidFill>
          <a:ln w="12700">
            <a:solidFill>
              <a:srgbClr val="FDF0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7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사이클(cycle)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5661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출발점으로 돌아오는 경로 (예: A–B–D–C–A)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사이클이 있으면 방문 표시 없이는 무한히 돎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 저장: 인접 행렬과 인접 리스트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인접 행렬 (1이면 간선 있음)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인접 리스트 (이웃만 저장)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600200"/>
          <a:ext cx="6858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이웃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B, C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A, D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A, D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B, C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3611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행렬은 V×V 칸을 모두 쓰므로 간선이 적어도 공간이 V²입니다.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리스트는 간선 수만큼만 쓰므로 간선이 적은 그래프에 유리합니다 (V+E).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이후 코드의 graph는 인접 리스트 방식의 딕셔너리입니다.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방식의 비용 비교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219456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방식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이웃 찾기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예: V = 1000, E = 3000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인접 행렬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V²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V번 확인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1,000,000 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인접 리스트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V + E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이웃 수만큼 확인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4,000 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1089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탐색(DFS, BFS)의 시간은 인접 리스트에서 O(V + E), 행렬에서 O(V²)입니다.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간선이 V²에 가까운 조밀한 그래프에서는 행렬이 불리하지 않습니다.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대부분의 실제 그래프(도로, SNS)는 간선이 적으므로 리스트를 씁니다.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DFS: 깊이 우선 탐색 (재귀)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0" cy="3566160"/>
          </a:xfrm>
          <a:prstGeom prst="rect">
            <a:avLst/>
          </a:prstGeom>
          <a:solidFill>
            <a:srgbClr val="F3F5F9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80160"/>
            <a:ext cx="435254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dfs(v):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visited[v] = True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order.append(v)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 in graph[v]: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visited[n]: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dfs(n)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visited = {v: False for v in graph}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= []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dfs(start)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303520" y="128016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방향으로 끝까지 들어간 뒤 되돌아옵니다.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재귀 호출이 쌓이는 호출 스택 자체가 탐색 경로입니다.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1행: 들어오자마자 방문 표시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4–6행: 방문하지 않은 이웃에 들어감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호출이 끝나면 이전 호출로 돌아가 다음 이웃을 봅니다.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DFS 추적: 시작점 A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291840"/>
                <a:gridCol w="228600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호출 스택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방문 표시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방문 순서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[A]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{A}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[A, B]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{A, B}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 B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[A, B, D]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{A, B, D}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 B D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[A, B, D, C]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{A, B, C, D}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 B D C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 이웃 A, D는 이미 방문 → C 종료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변화 없음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 B D C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D, B, A 순서로 복귀 (이웃 확인 마침)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변화 없음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 B D C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순서가 A → B → D → C인 이유: 처음 이웃 B에 들어가면 B의 이웃 D로 더 깊이 들어갑니다.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BFS: 너비 우선 탐색 (큐)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754880" cy="3566160"/>
          </a:xfrm>
          <a:prstGeom prst="rect">
            <a:avLst/>
          </a:prstGeom>
          <a:solidFill>
            <a:srgbClr val="F3F5F9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80160"/>
            <a:ext cx="45354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deque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bfs(start):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 = deque([start])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visited = {start}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 = {start: 0}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queue: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= queue.popleft()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n in graph[v]: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n not in visited: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visited.add(n)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dist[n] = dist[v] + 1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queue.append(n)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128016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큐는 먼저 들어온 것을 먼저 꺼냅니다 (FIFO).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popleft: 앞에서 꺼내기, append: 뒤에 넣기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시작점에서 간선 1개 거리 → 2개 거리 순으로 퍼집니다.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dist는 최단 거리를 기록하는 배열 (아래 최단 거리 슬라이드 참고)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BFS 추적: 시작점 A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1737360"/>
                <a:gridCol w="274320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꺼낸 정점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큐 (앞 → 뒤)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방문 표시에 추가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방문 순서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[A]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{A}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[B, C]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B, C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[C, D]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 B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[D]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 (A, D 이미 표시)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 B C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[]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없음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 B C D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정점이 큐에 두 번 들어가지 않는 것이 핵심입니다. D는 B와 C 두 곳에서 발견되지만 한 번만 넣습니다.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방문 표시는 언제 해야 하나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DFS: 호출 직후 표시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1행에서 visited[v] = True.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표시 전에 다시 들어오면 같은 정점을 무한히 돕니다.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BFS: 큐에 넣을 때 표시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3736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꺼낼 때 표시하면 같은 정점이 큐에 여러 번 들어갈 수 있습니다.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넣는 순간 표시합니다.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DF0EA"/>
          </a:solidFill>
          <a:ln w="12700">
            <a:solidFill>
              <a:srgbClr val="FDF0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337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7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사이클의 예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749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A–B–D–C–A 사이클에서 표시가 없으면 A→B→D→C→A→B… 가 계속됩니다. 방문 표시는 사이클이 있는 그래프에서 무한 반복을 막는 장치입니다.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DFS와 BFS 비교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858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DFS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BFS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자료구조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호출 스택 (재귀)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탐색 방식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깊이 우선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거리(층) 우선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최단 거리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보장하지 않음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간선 비용이 모두 같을 때 보장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메모리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가장 깊은 경로 길이만큼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가장 넓은 층의 원소 수만큼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활용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경로 존재 확인, 사이클 검사, 위상 정렬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최단 거리(간선 같은 비용), 가까운 것부터 탐색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57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가중치가 다르면 BFS도 최단 거리를 보장하지 못합니다. 그때는 다익스트라 알고리즘을 씁니다 (이 수업 범위 밖).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BFS 최단 거리 예제 (1에서 출발)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그래프: 1–2, 1–3, 2–4, 3–4, 4–5 (모든 간선 비용 1)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6858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53312"/>
                <a:gridCol w="1353312"/>
                <a:gridCol w="1353312"/>
                <a:gridCol w="1353312"/>
                <a:gridCol w="13533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정점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dist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꺼낸 순서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1번째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2번째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3번째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4번째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5번째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큐가 비어 있는 시점마다 거리가 1씩 늘어납니다. 4는 2에서 한 칸, 3에서도 한 칸이므로 거리 2입니다.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5의 거리는 1→2→4→5 또는 1→3→4→5, 간선 3개이므로 3입니다.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간선 비용이 다르면 이 방식은 틀릴 수 있습니다. 조건을 항상 함께 말하세요.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 발표에서 정정할 내용 (그래프)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8580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수업에서 할 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가중치를 간선 또는 정점에 붙일 수 있다고 씀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가중치는 간선에 붙는다고 정의 고정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DFS와 BFS 비교가 짧음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같은 그래프에서 두 순서를 나란히 비교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BFS 최단 거리의 조건(간선 비용이 같을 때)이 빠짐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최단 거리 예제로 조건을 함께 설명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문제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BFS에서 방문 표시를 하는 시점은?  (가) 큐에서 꺼낼 때  (나) 큐에 넣을 때  (다) 처리가 끝난 뒤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1에서 출발한 BFS에서 5의 거리(dist[5])는?  (가) 2  (나) 3  (다) 4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DFS에서 visited 표시를 호출 직후에 하지 않으면 생길 수 있는 문제는?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정답과 근거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9456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번호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정답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근거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(나) 큐에 넣을 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꺼낼 때 표시하면 같은 정점이 큐에 여러 번 들어갈 수 있음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(나) 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1→2→4→5 또는 1→3→4→5, 간선 3개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무한 반복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사이클이 있으면 같은 정점을 계속 호출함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DFS는 호출 스택, BFS는 큐. 방문 표시는 DFS에서 호출 직후, BFS에서 큐에 넣을 때.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최단 거리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373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BFS의 최단 거리는 간선 비용이 모두 같을 때만 보장됩니다. 저장 방식은 V²와 V+E의 차이로 고릅니다.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준비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그래프에서 DFS와 BFS 방문 순서를 손으로 쓰고, 방문 표시 위치를 설명해 보세요.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그래프">
  <a:themeElements>
    <a:clrScheme name="그래프">
      <a:dk1>
        <a:srgbClr val="1C2230"/>
      </a:dk1>
      <a:lt1>
        <a:srgbClr val="FFFFFF"/>
      </a:lt1>
      <a:dk2>
        <a:srgbClr val="1E2761"/>
      </a:dk2>
      <a:lt2>
        <a:srgbClr val="EEF2FA"/>
      </a:lt2>
      <a:accent1>
        <a:srgbClr val="1E2761"/>
      </a:accent1>
      <a:accent2>
        <a:srgbClr val="E0572F"/>
      </a:accent2>
      <a:accent3>
        <a:srgbClr val="028090"/>
      </a:accent3>
      <a:accent4>
        <a:srgbClr val="5B6476"/>
      </a:accent4>
      <a:accent5>
        <a:srgbClr val="7A8BB8"/>
      </a:accent5>
      <a:accent6>
        <a:srgbClr val="C9A227"/>
      </a:accent6>
      <a:hlink>
        <a:srgbClr val="2D5BD1"/>
      </a:hlink>
      <a:folHlink>
        <a:srgbClr val="6B4FA0"/>
      </a:folHlink>
    </a:clrScheme>
    <a:fontScheme name="그래프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그래프</dc:title>
  <dc:subject>PptxGenJS Presentation</dc:subject>
  <dc:creator>PptxGenJS</dc:creator>
  <cp:lastModifiedBy>PptxGenJS</cp:lastModifiedBy>
  <cp:revision>1</cp:revision>
  <dcterms:created xsi:type="dcterms:W3CDTF">2026-10-26T08:02:07Z</dcterms:created>
  <dcterms:modified xsi:type="dcterms:W3CDTF">2026-10-26T08:02:07Z</dcterms:modified>
</cp:coreProperties>
</file>